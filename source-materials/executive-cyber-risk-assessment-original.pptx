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Executive Cyber Risk Assessment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JEDEM E‑Commerce Platform</a:t>
            </a:r>
          </a:p>
          <a:p>
            <a:r>
              <a:t>Board &amp; Executive Briefing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JEDEM Crown‑Jewel Assets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Customer personal &amp; payment data</a:t>
            </a:r>
          </a:p>
          <a:p>
            <a:pPr/>
            <a:r>
              <a:t>E‑commerce platform backend (databases, APIs)</a:t>
            </a:r>
          </a:p>
          <a:p>
            <a:pPr/>
            <a:r>
              <a:t>Intellectual property &amp; vendor data</a:t>
            </a:r>
          </a:p>
          <a:p>
            <a:pPr/>
            <a:r>
              <a:t>Operational systems (orders, logistics, inventory)</a:t>
            </a:r>
          </a:p>
          <a:p>
            <a:pPr/>
            <a:r>
              <a:t>Brand reputation &amp; customer trust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Cyber Risks – Executive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Data breaches impacting customers and payments (Medium Risk)</a:t>
            </a:r>
          </a:p>
          <a:p>
            <a:pPr/>
            <a:r>
              <a:t>Application‑layer exploits targeting web and APIs (High Risk)</a:t>
            </a:r>
          </a:p>
          <a:p>
            <a:pPr/>
            <a:r>
              <a:t>Internal misuse &amp; regulatory non‑compliance (Low Risk)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1: Data Breach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Likelihood: Medium – secure transmission reduces exposure</a:t>
            </a:r>
          </a:p>
          <a:p>
            <a:pPr/>
            <a:r>
              <a:t>Impact: High – legal, financial, and reputational damage</a:t>
            </a:r>
          </a:p>
          <a:p>
            <a:pPr/>
            <a:r>
              <a:t>Primary concern: loss of customer trust and regulatory penalties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2: Application Exploits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Likelihood: Medium – web and API attacks are common</a:t>
            </a:r>
          </a:p>
          <a:p>
            <a:pPr/>
            <a:r>
              <a:t>Impact: High – data compromise and service disruption</a:t>
            </a:r>
          </a:p>
          <a:p>
            <a:pPr/>
            <a:r>
              <a:t>Primary concern: integrity of platform and transactions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3: Misuse &amp; Non‑Compliance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Likelihood: Low – existing governance reduces exposure</a:t>
            </a:r>
          </a:p>
          <a:p>
            <a:pPr/>
            <a:r>
              <a:t>Impact: Medium – operational disruption possible</a:t>
            </a:r>
          </a:p>
          <a:p>
            <a:pPr/>
            <a:r>
              <a:t>Primary concern: policy enforcement and audit readiness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Recommended Security Investments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Data Protection Controls: $60K | 3 months</a:t>
            </a:r>
          </a:p>
          <a:p>
            <a:pPr/>
            <a:r>
              <a:t>Application Security Controls: $40K | 2 months</a:t>
            </a:r>
          </a:p>
          <a:p>
            <a:pPr/>
            <a:r>
              <a:t>Governance &amp; Compliance Controls: $15K | 1 month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Security Controls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Encryption, MFA, Zero Trust, SIEM, Incident Response</a:t>
            </a:r>
          </a:p>
          <a:p>
            <a:pPr/>
            <a:r>
              <a:t>Web Application Firewall, patching, secure coding</a:t>
            </a:r>
          </a:p>
          <a:p>
            <a:pPr/>
            <a:r>
              <a:t>Security policies, audits, awareness training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Total timeline: 3–6 months</a:t>
            </a:r>
          </a:p>
          <a:p>
            <a:pPr/>
            <a:r>
              <a:t>High‑impact risks addressed first</a:t>
            </a:r>
          </a:p>
          <a:p>
            <a:pPr/>
            <a:r>
              <a:t>Aligned with NIST &amp; ISO 27001 best practices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Takeaway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Focused investment protects JEDEM’s most valuable assets</a:t>
            </a:r>
          </a:p>
          <a:p>
            <a:pPr/>
            <a:r>
              <a:t>Reduces financial, legal, and reputational exposure</a:t>
            </a:r>
          </a:p>
          <a:p>
            <a:pPr/>
            <a:r>
              <a:t>Positions platform for secure growth and customer trust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